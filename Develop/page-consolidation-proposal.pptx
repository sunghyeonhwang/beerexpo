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KIBEX 2026 웹사이트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A500"/>
                </a:solidFill>
              </a:defRPr>
            </a:pPr>
            <a:r>
              <a:t>페이지 통합 제안서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현재 페이지 수: 36개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정적 콘텐츠 페이지: 31개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Alias 페이지 (리다이렉트용): 5개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현대적인 이벤트 사이트 평균: 6-8개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⚠️ 문제: 과도한 페이지 분산으로 관리 부담 증가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주요 문제점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1️⃣ 중복 랜딩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- exhibitors-landing, visitors-landing, program-landing 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2️⃣ 과도한 페이지 분할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- 다운로드, 홍보 키트가 각각 별도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3️⃣ 비슷한 내용 분산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- whykibex, overview, show-results (모두 "소개" 성격)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4️⃣ 프로그램별 개별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- 6개 프로그램이 각각 독립 페이지로 존재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통합 제안: 36개 → 7개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✨ 새로운 사이트맵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 (홈)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/about (소개)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/exhibit (참가 신청)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/visit (방문 안내)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/programs (프로그램)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/news (소식)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/gallery (갤러리)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/contact (문의)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1: 홈 (/)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📄 현재: 1개 파일 → 제안: 1개 페이지 (유지)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📋 섹션 구성: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Hero (일정/장소/핵심 CTA)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Why KIBEX (핵심 가치 3-4줄)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주요 수치 (전년도 실적)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참가 대상 카드 (참가사/바이어/관람객)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주요 프로그램 미리보기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파트너/후원사 로고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Latest News (최근 3개)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Final CTA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2: 소개 (/about)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📄 통합: 5개 파일 → 1개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병합 파일: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whykibex.md (왜 참가해야 하나)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overview.md (전시 개요)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show-results-2025.md (전년도 성과)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organizers.md (주최/주관)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partners.md (파트너/후원사)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💡 구현: Long-form 스크롤 페이지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3: 참가 신청 (/exhibit)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📄 통합: 9개 파일 → 1개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병합 파일: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how-to-apply, exhibitor-application, pairing-special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sponsorship-program, application-download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promotional-kit, exhibitor-list, floor-plan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💡 구현: Sticky Tab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참가 안내 | 신청 유형 | 다운로드 | 참가사 목록 | 배치도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4: 방문 안내 (/visit)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📄 통합: 5개 파일 → 1개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병합 파일: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visitor-guide.md (방문 안내)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buyer-registration.md (바이어 등록)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business-matching.md (비즈니스 매칭)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amenities-transportation.md (편의시설/교통)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💡 구현: Tab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일반 관람 | 바이어 등록 | 비즈니스 매칭 | 오시는 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5: 프로그램 (/programs)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📄 통합: 6개 파일 → 1개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병합 파일: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kibcon.md, kiba.md, open-stage.md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the-brew-in-tour.md, new-product-showcase.md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drink-seoul-2025.md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💡 구현: Card Grid (3열) + Modal/Accordion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각 프로그램 카드 클릭 시 상세 내용 확장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페이지 6-8: 소식/갤러리/문의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소식 (/news): 2개 파일 → 1개 동적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notice.md + press-release.md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구현: 목록 + 필터 (공지사항/보도자료)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갤러리 (/gallery): 3개 파일 → 1개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gallery-landing + photo-gallery + sns.md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구현: Tab (사진 갤러리 | SNS 피드)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📍 문의 (/contact): 1개 파일 → 1개 페이지 (유지)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contact-us.md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통합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정량적 효과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━━━━━━━━━━━━━━━━━━━━━━━━━━━━━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현재          →      제안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36개 페이지    →      7개 페이지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-29개 (81% 감소)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UX 개선: 정보 찾기 쉬움, 모바일 네비게이션 단순화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유지보수: 연도 갱신 시 7개 페이지만 수정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SEO 개선: 페이지당 콘텐츠 밀도 증가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성능: 빌드 시간 단축, 번들 사이즈 감소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구현 로드맵 (총 4주)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Phase 1: 콘텐츠 통합 (1주)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36개 파일을 7개 파일로 병합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final-copy/ 폴더 재구성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Phase 2: 라우팅 설정 (3일)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리다이렉트 규칙 정의 (기존 URL → 새 URL)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content-map.md 업데이트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Phase 3: UI/UX 구현 (2주)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7개 페이지 프론트엔드 개발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Phase 4: QA 및 배포 (3일)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배포 전략: 즉시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🚀 새 사이트이므로 즉시 7개 페이지로 구축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장점: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빠른 출시 (4주 내)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관리 복잡도 최소화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일관된 사용자 경험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유지보수 부담 즉시 감소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📦 기존 36개 파일: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planning/ 폴더에 아카이브로 보관 (참고용)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301 리다이렉트만 설정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성공 지표 (KPI)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📈 출시 직후 (1개월):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페이지 로딩 속도: LCP &lt; 2.5s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Lighthouse 점수: 90점 이상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404 에러율: 0.5% 미만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📈 3개월 후: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SEO 순위: 주요 키워드 순위 유지/상승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전환율: 참가 신청 15% 증가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평균 세션 시간: 20% 증가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모바일 트래픽 비율: 60% 이상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결론 및 권장사항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💡 핵심 요약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━━━━━━━━━━━━━━━━━━━━━━━━━━━━━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현재: 36개 페이지로 분산된 정보 구조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제안: 7개 페이지로 통합한 현대적 구조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효과: 81% 페이지 감소 + UX/SEO/유지보수 개선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권장 다음 단계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1. 제안서 검토 및 승인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2. Phase 1 시작: 콘텐츠 통합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3. 디자인 목업 제작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4. 개발 착수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A500"/>
                </a:solidFill>
              </a:defRPr>
            </a:pPr>
            <a:r>
              <a:t>KIBEX 2026 웹사이트 통합 제안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